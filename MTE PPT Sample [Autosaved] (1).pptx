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6" r:id="rId7"/>
    <p:sldId id="267" r:id="rId8"/>
    <p:sldId id="260" r:id="rId9"/>
    <p:sldId id="261" r:id="rId10"/>
    <p:sldId id="268" r:id="rId11"/>
    <p:sldId id="269" r:id="rId12"/>
    <p:sldId id="270" r:id="rId13"/>
    <p:sldId id="271" r:id="rId14"/>
    <p:sldId id="272" r:id="rId15"/>
    <p:sldId id="262" r:id="rId16"/>
    <p:sldId id="263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51"/>
    <p:restoredTop sz="94649"/>
  </p:normalViewPr>
  <p:slideViewPr>
    <p:cSldViewPr snapToGrid="0">
      <p:cViewPr>
        <p:scale>
          <a:sx n="120" d="100"/>
          <a:sy n="120" d="100"/>
        </p:scale>
        <p:origin x="29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4586"/>
            <a:ext cx="9144000" cy="978194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Aditya Chauhan</a:t>
            </a:r>
          </a:p>
          <a:p>
            <a:r>
              <a:rPr lang="en-IN" dirty="0"/>
              <a:t>2427030248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Ajit </a:t>
            </a:r>
            <a:r>
              <a:rPr lang="en-IN" dirty="0" err="1"/>
              <a:t>Noonia</a:t>
            </a:r>
            <a:endParaRPr lang="en-IN" dirty="0"/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59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69760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355E83-DDCB-87C1-737F-CF116B3406FB}"/>
              </a:ext>
            </a:extLst>
          </p:cNvPr>
          <p:cNvSpPr txBox="1"/>
          <p:nvPr/>
        </p:nvSpPr>
        <p:spPr>
          <a:xfrm>
            <a:off x="3044190" y="2638853"/>
            <a:ext cx="61036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AI-Powered Elderly Healthcare &amp; Safety Assistant-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elderly population is rapidly increasing globally, leading to growing healthcare and safety challenges.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issues include missed medications, lack of vital monitoring, fall risks, delayed emergency responses, and social isolation.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current healthcare apps focus on single aspects (like reminders or vitals) rather than a holistic system.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20E75-DA39-B2D5-F34D-8698CA97C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16FC2-78A3-9C84-E937-03EF9BFF8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C44E2-CCCD-977C-A672-F6DE74394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Our project aims to build an </a:t>
            </a:r>
            <a:r>
              <a:rPr lang="en-US" b="1" dirty="0"/>
              <a:t>AI-powered mobile + wearable solution</a:t>
            </a:r>
            <a:r>
              <a:rPr lang="en-US" dirty="0"/>
              <a:t> for continuous elderly care.</a:t>
            </a:r>
          </a:p>
          <a:p>
            <a:pPr>
              <a:buNone/>
            </a:pPr>
            <a:r>
              <a:rPr lang="en-US" dirty="0"/>
              <a:t>It integrates </a:t>
            </a:r>
            <a:r>
              <a:rPr lang="en-US" b="1" dirty="0"/>
              <a:t>Wireless Sensor Networks (WSN), Machine Learning (ML), and IoT</a:t>
            </a:r>
            <a:r>
              <a:rPr lang="en-US" dirty="0"/>
              <a:t> to provide proactive and preventive health management.</a:t>
            </a:r>
          </a:p>
          <a:p>
            <a:r>
              <a:rPr lang="en-US" dirty="0"/>
              <a:t>The goal is to create a </a:t>
            </a:r>
            <a:r>
              <a:rPr lang="en-US" b="1" dirty="0"/>
              <a:t>smart, safe, and user-friendly ecosystem</a:t>
            </a:r>
            <a:r>
              <a:rPr lang="en-US" dirty="0"/>
              <a:t> for elderly healthcare.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1066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Existing solutions such as </a:t>
            </a:r>
            <a:r>
              <a:rPr lang="en-US" i="1" dirty="0"/>
              <a:t>Google Fit</a:t>
            </a:r>
            <a:r>
              <a:rPr lang="en-US" dirty="0"/>
              <a:t> and </a:t>
            </a:r>
            <a:r>
              <a:rPr lang="en-US" i="1" dirty="0"/>
              <a:t>Apple Health</a:t>
            </a:r>
            <a:r>
              <a:rPr lang="en-US" dirty="0"/>
              <a:t> focus on vitals but lack emergency or mental well-being integration.</a:t>
            </a:r>
          </a:p>
          <a:p>
            <a:r>
              <a:rPr lang="en-US" dirty="0"/>
              <a:t>Some IoT-based prototypes address fall detection but not medication or emotional health tracking.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2F8C3-97A0-A0D5-B91F-2126D1952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D8EEE-0467-DFD9-0152-61BC417FA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CF65D-0021-7ED1-F85D-10DB8BC4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Research in </a:t>
            </a:r>
            <a:r>
              <a:rPr lang="en-US" b="1" dirty="0"/>
              <a:t>Wireless Sensor Networks (WSN)</a:t>
            </a:r>
            <a:r>
              <a:rPr lang="en-US" dirty="0"/>
              <a:t> shows promise for body-centric monitoring, but power and reliability remain challenges.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Machine Learning</a:t>
            </a:r>
            <a:r>
              <a:rPr lang="en-US" dirty="0"/>
              <a:t> has been successfully used for health anomaly detection, but not widely implemented in elderly-specific systems.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2041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8CE1C-DEDD-157A-3000-568DB1FAD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C5298-3F15-B1E1-1028-B4C1DAAA5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41A74-FE35-FB94-5546-A323FEF76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Studies show that </a:t>
            </a:r>
            <a:r>
              <a:rPr lang="en-US" b="1" dirty="0"/>
              <a:t>multimodal healthcare systems</a:t>
            </a:r>
            <a:r>
              <a:rPr lang="en-US" dirty="0"/>
              <a:t> (sensors + AI + caregiver dashboards) can reduce risks by 40%.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However, there’s a lack of unified frameworks integrating </a:t>
            </a:r>
            <a:r>
              <a:rPr lang="en-US" b="1" dirty="0"/>
              <a:t>WSN + ML + VANET</a:t>
            </a:r>
            <a:r>
              <a:rPr lang="en-US" dirty="0"/>
              <a:t> for elderly care and emergency safety.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5026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Elderly individuals lack an integrated system for continuous health monitoring, emergency response, and mental well-being support, leading to delayed care and safety risks.</a:t>
            </a:r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AI-Powered Elderly Healthcare &amp; Safety Assistant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Combines </a:t>
            </a:r>
            <a:r>
              <a:rPr lang="en-US" b="1" dirty="0"/>
              <a:t>wearable sensors</a:t>
            </a:r>
            <a:r>
              <a:rPr lang="en-US" dirty="0"/>
              <a:t> (for vitals &amp; fall detection) with a </a:t>
            </a:r>
            <a:r>
              <a:rPr lang="en-US" b="1" dirty="0"/>
              <a:t>mobile app</a:t>
            </a:r>
            <a:r>
              <a:rPr lang="en-US" dirty="0"/>
              <a:t> for real-time monitoring.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AI-driven reminders, anomaly alerts</a:t>
            </a:r>
            <a:r>
              <a:rPr lang="en-US" dirty="0"/>
              <a:t>, and </a:t>
            </a:r>
            <a:r>
              <a:rPr lang="en-US" b="1" dirty="0"/>
              <a:t>SOS-based emergency communication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Features a </a:t>
            </a:r>
            <a:r>
              <a:rPr lang="en-US" b="1" dirty="0"/>
              <a:t>voice-first interface</a:t>
            </a:r>
            <a:r>
              <a:rPr lang="en-US" dirty="0"/>
              <a:t> for accessibility and </a:t>
            </a:r>
            <a:r>
              <a:rPr lang="en-US" b="1" dirty="0"/>
              <a:t>caregiver dashboards</a:t>
            </a:r>
            <a:r>
              <a:rPr lang="en-US" dirty="0"/>
              <a:t> for monitoring.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A3924-0036-F353-5681-103874B3E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4A968-CC76-837F-FD0D-0D8CF88D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296F5-7346-622E-3E79-5F4A99590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Sensor Layer (WSN):</a:t>
            </a:r>
            <a:r>
              <a:rPr lang="en-US" dirty="0"/>
              <a:t> Wearables + IoT devices (BP, HR, glucose, fall sensors).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Communication Layer:</a:t>
            </a:r>
            <a:r>
              <a:rPr lang="en-US" dirty="0"/>
              <a:t> Bluetooth/Wi-Fi → Mobile App → Cloud DB.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ML Layer:</a:t>
            </a:r>
            <a:r>
              <a:rPr lang="en-US" dirty="0"/>
              <a:t> Health risk prediction, anomaly detection, mood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Application Layer:</a:t>
            </a:r>
            <a:r>
              <a:rPr lang="en-US" dirty="0"/>
              <a:t> Elderly app + Caregiver dashboard + Doctor/hospital integration.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1912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D23BA-F2EB-567F-ADB8-BDB3E129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5CA51A-98D1-A0D7-CB1A-66F125C41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496" y="1690688"/>
            <a:ext cx="7136524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395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eal time data&#10;">
            <a:extLst>
              <a:ext uri="{FF2B5EF4-FFF2-40B4-BE49-F238E27FC236}">
                <a16:creationId xmlns:a16="http://schemas.microsoft.com/office/drawing/2014/main" id="{B4F4F7F5-A007-74EB-6C16-75D92C712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018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82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0D777-1790-374F-6372-05946400C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42066-EDF0-C60F-8A87-A32EDB58E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Functional System Development</a:t>
            </a:r>
          </a:p>
          <a:p>
            <a:pPr marL="0" indent="0">
              <a:buNone/>
            </a:pPr>
            <a:r>
              <a:rPr lang="en-US" dirty="0"/>
              <a:t>	Designed and developed a working prototype of an AI-powered elderly healthcare monitoring system.</a:t>
            </a:r>
          </a:p>
          <a:p>
            <a:pPr marL="0" indent="0">
              <a:buNone/>
            </a:pPr>
            <a:r>
              <a:rPr lang="en-US" dirty="0"/>
              <a:t>	Integrated simulated wearable sensor data with a real-time backend server.</a:t>
            </a:r>
          </a:p>
          <a:p>
            <a:pPr marL="0" indent="0">
              <a:buNone/>
            </a:pPr>
            <a:r>
              <a:rPr lang="en-US" dirty="0"/>
              <a:t>	Developed a live caregiver dashboard for continuous monitoring of patient vitals.</a:t>
            </a:r>
          </a:p>
          <a:p>
            <a:r>
              <a:rPr lang="en-US" b="1" dirty="0"/>
              <a:t>Real-Time Health Monitoring</a:t>
            </a:r>
          </a:p>
          <a:p>
            <a:pPr marL="0" indent="0">
              <a:buNone/>
            </a:pPr>
            <a:r>
              <a:rPr lang="en-US" dirty="0"/>
              <a:t>	Implemented continuous tracking of key health parameters including heart rate, blood pressure, and body 	temperature.</a:t>
            </a:r>
          </a:p>
          <a:p>
            <a:pPr marL="0" indent="0">
              <a:buNone/>
            </a:pPr>
            <a:r>
              <a:rPr lang="en-US" dirty="0"/>
              <a:t>	Visualized health data using dynamic charts for clear and immediate interpretation.</a:t>
            </a:r>
          </a:p>
          <a:p>
            <a:r>
              <a:rPr lang="en-US" b="1" dirty="0"/>
              <a:t>Fall Detection and Emergency Support</a:t>
            </a:r>
          </a:p>
          <a:p>
            <a:pPr marL="0" indent="0">
              <a:buNone/>
            </a:pPr>
            <a:r>
              <a:rPr lang="en-US" dirty="0"/>
              <a:t>	Developed threshold-based fall detection logic using motion data.</a:t>
            </a:r>
          </a:p>
          <a:p>
            <a:pPr marL="0" indent="0">
              <a:buNone/>
            </a:pPr>
            <a:r>
              <a:rPr lang="en-US" dirty="0"/>
              <a:t>	Implemented an emergency SOS mechanism to notify caregivers instantly.</a:t>
            </a:r>
          </a:p>
          <a:p>
            <a:pPr marL="0" indent="0">
              <a:buNone/>
            </a:pPr>
            <a:r>
              <a:rPr lang="en-US" dirty="0"/>
              <a:t>	Established a basic framework for real-time alert communication.</a:t>
            </a:r>
          </a:p>
          <a:p>
            <a:r>
              <a:rPr lang="en-US" b="1" dirty="0"/>
              <a:t>System Architecture Implementation</a:t>
            </a:r>
          </a:p>
          <a:p>
            <a:pPr marL="0" indent="0">
              <a:buNone/>
            </a:pPr>
            <a:r>
              <a:rPr lang="en-US" dirty="0"/>
              <a:t>	Successfully designed and implemented a layered architecture:</a:t>
            </a:r>
            <a:br>
              <a:rPr lang="en-US" dirty="0"/>
            </a:br>
            <a:r>
              <a:rPr lang="en-US" dirty="0"/>
              <a:t>	Sensor Layer → Communication Layer → Backend Processing → Dashboard Interface</a:t>
            </a:r>
          </a:p>
          <a:p>
            <a:pPr marL="0" indent="0">
              <a:buNone/>
            </a:pPr>
            <a:r>
              <a:rPr lang="en-US"/>
              <a:t>	Created </a:t>
            </a:r>
            <a:r>
              <a:rPr lang="en-US" dirty="0"/>
              <a:t>a modular and scalable system foundation suitable for further expansion.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53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118B8-2656-C9C6-4D67-BBEFF24F7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Prospects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77C67-0EFB-2851-B490-C88E8E7C6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Advanced Artificial Intelligence Integration</a:t>
            </a:r>
          </a:p>
          <a:p>
            <a:pPr marL="0" indent="0">
              <a:buNone/>
            </a:pPr>
            <a:r>
              <a:rPr lang="en-US" dirty="0"/>
              <a:t>	Replace rule-based fall detection with advanced machine learning models such as Random Forest or LSTM for 	time-series prediction.</a:t>
            </a:r>
          </a:p>
          <a:p>
            <a:pPr marL="0" indent="0">
              <a:buNone/>
            </a:pPr>
            <a:r>
              <a:rPr lang="en-US" dirty="0"/>
              <a:t>	Train models using real elderly healthcare datasets to improve predictive accuracy and reliability.</a:t>
            </a:r>
          </a:p>
          <a:p>
            <a:r>
              <a:rPr lang="en-US" b="1" dirty="0"/>
              <a:t>Real Hardware Integration</a:t>
            </a:r>
          </a:p>
          <a:p>
            <a:pPr marL="0" indent="0">
              <a:buNone/>
            </a:pPr>
            <a:r>
              <a:rPr lang="en-US" dirty="0"/>
              <a:t>	Integrate microcontroller-based wearable devices such as ESP32 or Arduino.</a:t>
            </a:r>
          </a:p>
          <a:p>
            <a:pPr marL="0" indent="0">
              <a:buNone/>
            </a:pPr>
            <a:r>
              <a:rPr lang="en-US" dirty="0"/>
              <a:t>	Connect real health sensors including heart rate, SpO₂, temperature, and motion sensors.</a:t>
            </a:r>
          </a:p>
          <a:p>
            <a:pPr marL="0" indent="0">
              <a:buNone/>
            </a:pPr>
            <a:r>
              <a:rPr lang="en-US" dirty="0"/>
              <a:t>	Implement edge processing for faster anomaly detection.</a:t>
            </a:r>
          </a:p>
          <a:p>
            <a:r>
              <a:rPr lang="en-US" b="1" dirty="0"/>
              <a:t>Smartwatch and API Integration</a:t>
            </a:r>
          </a:p>
          <a:p>
            <a:pPr marL="0" indent="0">
              <a:buNone/>
            </a:pPr>
            <a:r>
              <a:rPr lang="en-US" dirty="0"/>
              <a:t>	Integrate commercial wearable platforms such as Apple HealthKit, Google Fit, and Samsung Health.</a:t>
            </a:r>
          </a:p>
          <a:p>
            <a:pPr marL="0" indent="0">
              <a:buNone/>
            </a:pPr>
            <a:r>
              <a:rPr lang="en-US" dirty="0"/>
              <a:t>	Enable real-time synchronization between wearable devices and cloud-based systems.</a:t>
            </a:r>
          </a:p>
          <a:p>
            <a:r>
              <a:rPr lang="en-US" b="1" dirty="0"/>
              <a:t>Telemedicine and Smart Healthcare Ecosystem</a:t>
            </a:r>
          </a:p>
          <a:p>
            <a:pPr marL="0" indent="0">
              <a:buNone/>
            </a:pPr>
            <a:r>
              <a:rPr lang="en-US" dirty="0"/>
              <a:t>	Develop a dedicated doctor dashboard for remote patient monitoring.</a:t>
            </a:r>
          </a:p>
          <a:p>
            <a:pPr marL="0" indent="0">
              <a:buNone/>
            </a:pPr>
            <a:r>
              <a:rPr lang="en-US" dirty="0"/>
              <a:t>	Integrate secure cloud-based health record management.</a:t>
            </a:r>
          </a:p>
          <a:p>
            <a:pPr marL="0" indent="0">
              <a:buNone/>
            </a:pPr>
            <a:r>
              <a:rPr lang="en-US" dirty="0"/>
              <a:t>	Expand toward a comprehensive smart elderly-care ecosystem connecting caregivers, hospitals, and emergency 	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51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design a wearable + mobile-based elderly healthcare and safety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apply </a:t>
            </a:r>
            <a:r>
              <a:rPr lang="en-US" b="1" dirty="0"/>
              <a:t>Machine Learning</a:t>
            </a:r>
            <a:r>
              <a:rPr lang="en-US" dirty="0"/>
              <a:t> for predictive health analytics and fall detection.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implement </a:t>
            </a:r>
            <a:r>
              <a:rPr lang="en-US" b="1" dirty="0"/>
              <a:t>real-time emergency alert mechanisms</a:t>
            </a:r>
            <a:r>
              <a:rPr lang="en-US" dirty="0"/>
              <a:t> using IoT and VANET principles.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enhance usability through a </a:t>
            </a:r>
            <a:r>
              <a:rPr lang="en-US" b="1" dirty="0"/>
              <a:t>voice-first, multilingual interface</a:t>
            </a:r>
            <a:r>
              <a:rPr lang="en-US" dirty="0"/>
              <a:t> for elderly users.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WHO Global Health and Aging Report, 2024.</a:t>
            </a:r>
          </a:p>
          <a:p>
            <a:pPr>
              <a:buFont typeface="+mj-lt"/>
              <a:buAutoNum type="arabicPeriod"/>
            </a:pPr>
            <a:r>
              <a:rPr lang="en-US" dirty="0"/>
              <a:t>IEEE Paper: “Body Sensor Networks for Healthcare Monitoring,” 2023.</a:t>
            </a:r>
          </a:p>
          <a:p>
            <a:pPr>
              <a:buFont typeface="+mj-lt"/>
              <a:buAutoNum type="arabicPeriod"/>
            </a:pPr>
            <a:r>
              <a:rPr lang="en-US" dirty="0"/>
              <a:t>ACM Digital Library: “ML-based Fall Detection Systems,” 2022.</a:t>
            </a:r>
          </a:p>
          <a:p>
            <a:pPr>
              <a:buFont typeface="+mj-lt"/>
              <a:buAutoNum type="arabicPeriod"/>
            </a:pPr>
            <a:r>
              <a:rPr lang="en-US" dirty="0"/>
              <a:t>ResearchGate: “VANET Applications in Smart Healthcare,” 2023.</a:t>
            </a:r>
          </a:p>
          <a:p>
            <a:pPr>
              <a:buFont typeface="+mj-lt"/>
              <a:buAutoNum type="arabicPeriod"/>
            </a:pPr>
            <a:r>
              <a:rPr lang="en-US" dirty="0"/>
              <a:t>National Institute on Aging – Health Data Trends, 2024.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842</Words>
  <Application>Microsoft Macintosh PowerPoint</Application>
  <PresentationFormat>Widescreen</PresentationFormat>
  <Paragraphs>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Wingdings</vt:lpstr>
      <vt:lpstr>Office Theme</vt:lpstr>
      <vt:lpstr> </vt:lpstr>
      <vt:lpstr>Outline</vt:lpstr>
      <vt:lpstr>Introduction</vt:lpstr>
      <vt:lpstr>Introduction</vt:lpstr>
      <vt:lpstr>Literature Review</vt:lpstr>
      <vt:lpstr>Literature Review</vt:lpstr>
      <vt:lpstr>Literature Review</vt:lpstr>
      <vt:lpstr>Problem Statement</vt:lpstr>
      <vt:lpstr>Proposed Solution</vt:lpstr>
      <vt:lpstr>Proposed Solution</vt:lpstr>
      <vt:lpstr>Result</vt:lpstr>
      <vt:lpstr>PowerPoint Presentation</vt:lpstr>
      <vt:lpstr>Outcomes</vt:lpstr>
      <vt:lpstr>Future Prospects</vt:lpstr>
      <vt:lpstr>Objectives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Aditya Chauhan [CSE - 2024]</cp:lastModifiedBy>
  <cp:revision>4</cp:revision>
  <dcterms:created xsi:type="dcterms:W3CDTF">2025-09-29T05:03:41Z</dcterms:created>
  <dcterms:modified xsi:type="dcterms:W3CDTF">2026-02-15T14:59:53Z</dcterms:modified>
</cp:coreProperties>
</file>